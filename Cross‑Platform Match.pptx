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53AC-DDDD-1C1B-85E1-0005DAE81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83B33-FF78-EE5B-AB84-63DB10D67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96803-1838-733D-4856-B4459F35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8373F-1A9B-1573-8A22-417E26CA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67485-C266-3C4D-8DEA-6AE1B66B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86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32F3-83FD-2B29-133D-19E1AD06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C641E-FB17-2B29-46FD-41333FACF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98E8-F2BD-2217-327B-63D4726D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3C1EF-9199-4A18-4FD5-13DB962B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90E3-631B-3E08-4604-373C3B56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058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F1ED-F68C-43C5-28C6-0C095AB52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E7F58-872F-F266-7926-7D76B6C34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E038B-F09E-CF52-5FB6-F67C3EBC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7E955-101B-F11A-7B63-30E3F747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F498D-A286-E2E2-B5D6-91DFD5D0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97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796A-5434-E998-36CC-114C8E87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9DBF4-1F5B-E186-D1EF-6E4358D70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5339B-B09D-DD78-4674-5980CEE94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05DAF-1CB1-00EB-2947-F551D602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D8D02-7658-2223-C1FA-3B5480A0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AE273-110F-9B95-138E-C1904551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04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3C7F-F247-7141-D306-D3110F63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CE24C-E8F8-7E21-6E9A-025940A99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FD238-DB94-6DBA-FB92-C108D0096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FD6FE-E16A-7138-F71F-097B1F0B7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DE64D-1EEE-2A74-C9A8-1BFA4E85D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D166A-B51A-FC2A-A30A-FBCCD00A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86E0B-D79C-CE88-E8EB-B669208A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682C6-C064-8195-278C-8CCD09AF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70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259E-7EC0-426B-9E45-B36DABDC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5DF41-BFDF-D70F-072F-FFBD2F3A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75934-1301-81B8-AD1C-F4F14C8F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0EED9-926A-D6EE-5F65-E2B3E136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98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7EAE9A-7F73-68D8-A733-C13DD7B8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6B970-A3BA-49B8-6B4A-E7318B06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57239-075F-90F1-B732-D6F04218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08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C600C-24F8-7E48-7135-BCBD4EF0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85AB-AF85-AE8A-EB99-79031CEAF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296DF-2611-BE48-15CB-398F7A378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10025-998A-D710-ABB3-07A48607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872DB-82EB-A93F-EB19-90383753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B803E-54D7-B6F6-6C1D-CC27C778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D9870-3C91-1055-E923-EB83B296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4553-2BF6-8C1B-1490-68B1B80A3F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BCECE-FA07-64CD-80DE-5F5898CC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A1128-C152-2351-B659-D02A79D5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8DCAB-14C0-CC7E-C95A-6706D870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FD28D-4980-D699-8FDC-6EDC60B9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77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D1CE-86C1-0708-9015-2E070C30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DD22A-7223-64A8-FC71-2708A0D0F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50E81-1595-C2FA-A4C2-3B5D32DB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4D53C-DEEF-783B-FD9A-976B1ABC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4E530-F2D8-F4D2-5E55-078F8E58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64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43F59-D81E-B7E8-591A-FD8A539FB8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A9EBD-73EA-DA67-B1FF-4EE9E673E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30A92-8B6C-3422-6C65-44899AC8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AC51C-74FD-F770-8149-77BD3238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60B29-055C-65B6-E3D9-BCCAB344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54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6CFDD-34FF-BC14-DA00-8D6AC21C1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2A59C-A8E6-E6E4-C498-7199F0633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D7CBA-26B9-7B6C-9C70-7B7BCFD45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8347C-8053-4C0F-BC99-7174B3AB7F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FE69F-56EE-60D4-76CC-AB90F87C6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2D530-5A29-FCA7-672F-674270D82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EDA9-DD7D-43ED-A79B-55B1364D6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516E-3981-8B04-FE25-05BC02AC1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17482"/>
          </a:xfrm>
        </p:spPr>
        <p:txBody>
          <a:bodyPr>
            <a:normAutofit/>
          </a:bodyPr>
          <a:lstStyle/>
          <a:p>
            <a:r>
              <a:rPr lang="en-IN" sz="4000" dirty="0"/>
              <a:t>Cross‑Platform Match/Session App for Sports &amp; Athletics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A834B-86A8-92E1-09B0-7E81B3B78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1"/>
            <a:ext cx="9144000" cy="2306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600" dirty="0"/>
              <a:t>2520030067-Priya Darshini</a:t>
            </a:r>
          </a:p>
          <a:p>
            <a:pPr algn="l"/>
            <a:r>
              <a:rPr lang="en-IN" sz="2600" dirty="0"/>
              <a:t>2500032243-M.Sreeya</a:t>
            </a:r>
          </a:p>
          <a:p>
            <a:pPr algn="l"/>
            <a:r>
              <a:rPr lang="en-IN" sz="2600" dirty="0"/>
              <a:t>2520030178-Aashrita</a:t>
            </a:r>
          </a:p>
          <a:p>
            <a:endParaRPr lang="en-IN" dirty="0"/>
          </a:p>
          <a:p>
            <a:endParaRPr lang="en-IN" dirty="0"/>
          </a:p>
          <a:p>
            <a:r>
              <a:rPr lang="en-IN" sz="2600" dirty="0"/>
              <a:t>Team-05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081C4-1902-D424-2256-C8D332070BF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390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5C28-851B-9B6E-47D2-EF52CF17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91386-EFE9-8287-8B7C-AB60476EF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Sports coordination is still manual and scattered.</a:t>
            </a:r>
            <a:endParaRPr lang="en-IN" dirty="0"/>
          </a:p>
          <a:p>
            <a:r>
              <a:rPr lang="en-IN" dirty="0"/>
              <a:t>Proposed: Cross‑platform app</a:t>
            </a:r>
          </a:p>
          <a:p>
            <a:r>
              <a:rPr lang="en-IN" dirty="0"/>
              <a:t>Modules: Registration, Sessions, Discovery, Notifications</a:t>
            </a:r>
          </a:p>
          <a:p>
            <a:r>
              <a:rPr lang="en-IN" dirty="0"/>
              <a:t>Tech: React + FastAPI </a:t>
            </a:r>
          </a:p>
        </p:txBody>
      </p:sp>
    </p:spTree>
    <p:extLst>
      <p:ext uri="{BB962C8B-B14F-4D97-AF65-F5344CB8AC3E}">
        <p14:creationId xmlns:p14="http://schemas.microsoft.com/office/powerpoint/2010/main" val="346667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E6D8-C116-30E1-BE24-53BD31CA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Problem 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D436-943C-353E-F7CB-99B4DF08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Players rely on WhatsApp/social posts → confusion &amp; cancellations.</a:t>
            </a:r>
          </a:p>
          <a:p>
            <a:r>
              <a:rPr lang="en-IN" dirty="0"/>
              <a:t>No structured info (sport, venue, skill, player limit).</a:t>
            </a:r>
          </a:p>
          <a:p>
            <a:r>
              <a:rPr lang="en-IN" dirty="0"/>
              <a:t>Need: Unified cross‑platform session management system.</a:t>
            </a:r>
          </a:p>
        </p:txBody>
      </p:sp>
    </p:spTree>
    <p:extLst>
      <p:ext uri="{BB962C8B-B14F-4D97-AF65-F5344CB8AC3E}">
        <p14:creationId xmlns:p14="http://schemas.microsoft.com/office/powerpoint/2010/main" val="360484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8209-7A52-68EF-D32F-E2933AD4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 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EC78A-D46E-5336-8809-BBC93FFF8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Single code base</a:t>
            </a:r>
          </a:p>
          <a:p>
            <a:r>
              <a:rPr lang="en-IN" dirty="0"/>
              <a:t>Create/manage sessions with sport, venue, time.</a:t>
            </a:r>
          </a:p>
          <a:p>
            <a:r>
              <a:rPr lang="en-IN" dirty="0"/>
              <a:t>Location‑based discovery &amp; filters.</a:t>
            </a:r>
          </a:p>
          <a:p>
            <a:r>
              <a:rPr lang="en-IN" dirty="0"/>
              <a:t>Notifications.</a:t>
            </a:r>
          </a:p>
          <a:p>
            <a:r>
              <a:rPr lang="en-IN" dirty="0"/>
              <a:t>Ratings</a:t>
            </a:r>
          </a:p>
        </p:txBody>
      </p:sp>
    </p:spTree>
    <p:extLst>
      <p:ext uri="{BB962C8B-B14F-4D97-AF65-F5344CB8AC3E}">
        <p14:creationId xmlns:p14="http://schemas.microsoft.com/office/powerpoint/2010/main" val="336066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AB4A-5CED-AEDF-8FFF-286D5F4B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22BCE-42E1-5733-CB6E-BEF7C7AD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Covers full session life cycle: create → join → reminders → ratings.</a:t>
            </a:r>
          </a:p>
          <a:p>
            <a:r>
              <a:rPr lang="en-IN" dirty="0"/>
              <a:t>Supports multiple sports &amp; roles.</a:t>
            </a:r>
          </a:p>
          <a:p>
            <a:r>
              <a:rPr lang="en-IN" dirty="0"/>
              <a:t>Includes admin panel for moderation.</a:t>
            </a:r>
          </a:p>
        </p:txBody>
      </p:sp>
    </p:spTree>
    <p:extLst>
      <p:ext uri="{BB962C8B-B14F-4D97-AF65-F5344CB8AC3E}">
        <p14:creationId xmlns:p14="http://schemas.microsoft.com/office/powerpoint/2010/main" val="421336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D0A6-4B3F-24BB-B4AC-D41486C8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Existing vs Proposed 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213A61-FE81-E3D9-A450-64B09FAEF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689219"/>
              </p:ext>
            </p:extLst>
          </p:nvPr>
        </p:nvGraphicFramePr>
        <p:xfrm>
          <a:off x="838201" y="1825624"/>
          <a:ext cx="10968789" cy="36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8999">
                  <a:extLst>
                    <a:ext uri="{9D8B030D-6E8A-4147-A177-3AD203B41FA5}">
                      <a16:colId xmlns:a16="http://schemas.microsoft.com/office/drawing/2014/main" val="655754301"/>
                    </a:ext>
                  </a:extLst>
                </a:gridCol>
                <a:gridCol w="3673642">
                  <a:extLst>
                    <a:ext uri="{9D8B030D-6E8A-4147-A177-3AD203B41FA5}">
                      <a16:colId xmlns:a16="http://schemas.microsoft.com/office/drawing/2014/main" val="569693647"/>
                    </a:ext>
                  </a:extLst>
                </a:gridCol>
                <a:gridCol w="3866148">
                  <a:extLst>
                    <a:ext uri="{9D8B030D-6E8A-4147-A177-3AD203B41FA5}">
                      <a16:colId xmlns:a16="http://schemas.microsoft.com/office/drawing/2014/main" val="4061825210"/>
                    </a:ext>
                  </a:extLst>
                </a:gridCol>
              </a:tblGrid>
              <a:tr h="556656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Existing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637838"/>
                  </a:ext>
                </a:extLst>
              </a:tr>
              <a:tr h="55665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Secure login + 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013"/>
                  </a:ext>
                </a:extLst>
              </a:tr>
              <a:tr h="55665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Paper/Excel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Mobile 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19505"/>
                  </a:ext>
                </a:extLst>
              </a:tr>
              <a:tr h="55665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No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Real‑time 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32320"/>
                  </a:ext>
                </a:extLst>
              </a:tr>
              <a:tr h="55665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No 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Scores &amp; 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922938"/>
                  </a:ext>
                </a:extLst>
              </a:tr>
              <a:tr h="55665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Isolated, No live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Cross‑platform management &amp; 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41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94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8F93-FA8B-CF56-3920-FDD1A7A1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 Tech 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FF6B4-6AFC-5BEB-A0D9-1DDD8FF24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Frontend:</a:t>
            </a:r>
            <a:r>
              <a:rPr lang="en-IN" dirty="0"/>
              <a:t> React</a:t>
            </a:r>
          </a:p>
          <a:p>
            <a:r>
              <a:rPr lang="en-IN" b="1" dirty="0"/>
              <a:t>Backend: </a:t>
            </a:r>
            <a:r>
              <a:rPr lang="en-IN" dirty="0"/>
              <a:t>FastAPI</a:t>
            </a:r>
          </a:p>
          <a:p>
            <a:r>
              <a:rPr lang="en-IN" b="1" dirty="0"/>
              <a:t>Database: </a:t>
            </a:r>
            <a:r>
              <a:rPr lang="en-IN" dirty="0"/>
              <a:t>MySQL</a:t>
            </a:r>
          </a:p>
          <a:p>
            <a:r>
              <a:rPr lang="en-IN" b="1" dirty="0">
                <a:effectLst/>
              </a:rPr>
              <a:t>Tools:</a:t>
            </a:r>
            <a:r>
              <a:rPr lang="en-IN" dirty="0">
                <a:effectLst/>
              </a:rPr>
              <a:t> GitHub, Postman, VS Code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816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AFDE4-9DBB-AF89-382E-1FED67F5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6D0F-CC49-C2A2-2081-497B954AC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/>
              <a:t>User Module</a:t>
            </a:r>
          </a:p>
          <a:p>
            <a:pPr lvl="1"/>
            <a:r>
              <a:rPr lang="en-IN" sz="2000" dirty="0"/>
              <a:t>Handles registration, login, and profile management.</a:t>
            </a:r>
          </a:p>
          <a:p>
            <a:pPr lvl="1"/>
            <a:r>
              <a:rPr lang="en-IN" sz="2000" dirty="0"/>
              <a:t>Stores user details, roles (Athlete, Coach, Organizer), and preferences.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Sports Module</a:t>
            </a:r>
          </a:p>
          <a:p>
            <a:pPr lvl="1"/>
            <a:r>
              <a:rPr lang="en-IN" sz="2000" dirty="0"/>
              <a:t>Maintains the list of sports and related metadata</a:t>
            </a:r>
          </a:p>
          <a:p>
            <a:pPr lvl="1"/>
            <a:r>
              <a:rPr lang="en-IN" sz="2000" dirty="0"/>
              <a:t>Links each session or coach to a specific sport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Coach Module</a:t>
            </a:r>
          </a:p>
          <a:p>
            <a:pPr lvl="1"/>
            <a:r>
              <a:rPr lang="en-IN" sz="2000" dirty="0"/>
              <a:t>Allows coaches to manage training sessions and performance tracking.</a:t>
            </a:r>
          </a:p>
          <a:p>
            <a:pPr lvl="1"/>
            <a:r>
              <a:rPr lang="en-IN" sz="2000" dirty="0"/>
              <a:t>Provides access to the Coach Dashboard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Session Module</a:t>
            </a:r>
          </a:p>
          <a:p>
            <a:pPr lvl="1"/>
            <a:r>
              <a:rPr lang="en-IN" sz="2000" dirty="0"/>
              <a:t>Core of the app: create, edit, and manage matches or training sessions.</a:t>
            </a:r>
          </a:p>
          <a:p>
            <a:pPr lvl="1"/>
            <a:r>
              <a:rPr lang="en-IN" sz="2000" dirty="0"/>
              <a:t>Includes participant limits, timing, and venue details.</a:t>
            </a:r>
          </a:p>
        </p:txBody>
      </p:sp>
    </p:spTree>
    <p:extLst>
      <p:ext uri="{BB962C8B-B14F-4D97-AF65-F5344CB8AC3E}">
        <p14:creationId xmlns:p14="http://schemas.microsoft.com/office/powerpoint/2010/main" val="3323376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FD9BE-68E4-CCAF-7700-90BF20227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7419"/>
            <a:ext cx="10515600" cy="5439544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5.   Session Participants Module</a:t>
            </a:r>
          </a:p>
          <a:p>
            <a:pPr lvl="1"/>
            <a:r>
              <a:rPr lang="en-IN" sz="2000" dirty="0"/>
              <a:t>Tracks who joined each session and their attendance status.</a:t>
            </a:r>
          </a:p>
          <a:p>
            <a:pPr lvl="1"/>
            <a:r>
              <a:rPr lang="en-IN" sz="2000" dirty="0"/>
              <a:t>Supports approval and waiting‑list workflows.</a:t>
            </a:r>
          </a:p>
          <a:p>
            <a:pPr marL="0" indent="0">
              <a:buNone/>
            </a:pPr>
            <a:r>
              <a:rPr lang="en-IN" sz="2400" dirty="0"/>
              <a:t>6.   Performance Module</a:t>
            </a:r>
          </a:p>
          <a:p>
            <a:pPr lvl="1"/>
            <a:r>
              <a:rPr lang="en-IN" sz="2000" dirty="0"/>
              <a:t>Records player statistics, achievements, and reliability scores.</a:t>
            </a:r>
          </a:p>
          <a:p>
            <a:pPr marL="0" indent="0">
              <a:buNone/>
            </a:pPr>
            <a:r>
              <a:rPr lang="en-IN" sz="2400" dirty="0"/>
              <a:t>7.   Notifications Module</a:t>
            </a:r>
          </a:p>
          <a:p>
            <a:pPr lvl="1"/>
            <a:r>
              <a:rPr lang="en-IN" sz="2000" dirty="0"/>
              <a:t>Sends real‑time alerts, reminders, and updates to users.</a:t>
            </a:r>
          </a:p>
          <a:p>
            <a:pPr marL="457200" indent="-457200">
              <a:buAutoNum type="arabicPeriod" startAt="8"/>
            </a:pPr>
            <a:r>
              <a:rPr lang="en-IN" sz="2400" dirty="0"/>
              <a:t>AuthLogs Module  </a:t>
            </a:r>
          </a:p>
          <a:p>
            <a:pPr lvl="1"/>
            <a:r>
              <a:rPr lang="en-IN" sz="2000" dirty="0"/>
              <a:t>Maintains secure authentication and activity logs.  </a:t>
            </a:r>
          </a:p>
        </p:txBody>
      </p:sp>
    </p:spTree>
    <p:extLst>
      <p:ext uri="{BB962C8B-B14F-4D97-AF65-F5344CB8AC3E}">
        <p14:creationId xmlns:p14="http://schemas.microsoft.com/office/powerpoint/2010/main" val="84345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59E5-085D-3381-4785-1EA11F9B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D8D6-D739-AB94-B663-A93200E9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built a working app that helps players easily create, join, and manage sports sessions.</a:t>
            </a:r>
          </a:p>
          <a:p>
            <a:r>
              <a:rPr lang="en-IN" dirty="0"/>
              <a:t>It reduces confusion, saves time, and makes games more organized.</a:t>
            </a:r>
          </a:p>
          <a:p>
            <a:r>
              <a:rPr lang="en-IN" dirty="0"/>
              <a:t>The project shows how technology can bring athletes together and encourage regular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907899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Cross‑Platform Match/Session App for Sports &amp; Athletics</vt:lpstr>
      <vt:lpstr>Abstract</vt:lpstr>
      <vt:lpstr>Problem Statement</vt:lpstr>
      <vt:lpstr> Objectives</vt:lpstr>
      <vt:lpstr>Scope</vt:lpstr>
      <vt:lpstr>Existing vs Proposed System</vt:lpstr>
      <vt:lpstr> Tech Stack</vt:lpstr>
      <vt:lpstr>Modules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medipally sreeya</dc:creator>
  <cp:lastModifiedBy>medipally sreeya</cp:lastModifiedBy>
  <cp:revision>1</cp:revision>
  <dcterms:created xsi:type="dcterms:W3CDTF">2026-10-03T06:58:15Z</dcterms:created>
  <dcterms:modified xsi:type="dcterms:W3CDTF">2026-10-03T06:58:35Z</dcterms:modified>
</cp:coreProperties>
</file>