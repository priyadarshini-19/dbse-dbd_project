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99"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B0078F-71CD-40F1-B7A0-85484F5377DB}" v="8" dt="2026-07-03T06:55:41.515"/>
    <p1510:client id="{44066899-C096-4686-B300-E1D6AA42CDE9}" v="18" dt="2026-07-02T16:12:21.4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70" autoAdjust="0"/>
    <p:restoredTop sz="95033" autoAdjust="0"/>
  </p:normalViewPr>
  <p:slideViewPr>
    <p:cSldViewPr snapToGrid="0" snapToObjects="1">
      <p:cViewPr>
        <p:scale>
          <a:sx n="81" d="100"/>
          <a:sy n="81" d="100"/>
        </p:scale>
        <p:origin x="139" y="62"/>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8/16/2026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16-08-2026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16-08-2026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16-08-2026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16-08-2026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16-08-2026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16-08-2026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16-08-2026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16-08-2026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16-08-2026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16-08-2026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16-08-2026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16-08-2026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16-08-2026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16-08-2026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16-08-2026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16-08-2026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16-08-2026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16-08-2026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606175"/>
            <a:ext cx="10392383" cy="471063"/>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latin typeface="+mn-lt"/>
                <a:cs typeface="Arial" panose="020B0604020202020204" pitchFamily="34" charset="0"/>
              </a:rPr>
            </a:br>
            <a:br>
              <a:rPr lang="en-US" sz="2400" dirty="0">
                <a:solidFill>
                  <a:srgbClr val="FF0000"/>
                </a:solidFill>
                <a:latin typeface="+mn-lt"/>
                <a:cs typeface="Arial" panose="020B0604020202020204" pitchFamily="34" charset="0"/>
              </a:rPr>
            </a:br>
            <a:r>
              <a:rPr lang="en-US" sz="3600" b="1" dirty="0"/>
              <a:t>Cross-Platform Match/Session App for Sports &amp; Athletics</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Dr. Y Prasanthi</a:t>
            </a:r>
          </a:p>
          <a:p>
            <a:pPr marL="0" indent="0" algn="ctr">
              <a:buFont typeface="Arial" panose="020B0604020202020204" pitchFamily="34" charset="0"/>
              <a:buNone/>
            </a:pPr>
            <a:r>
              <a:rPr lang="en-US" sz="2400" dirty="0">
                <a:solidFill>
                  <a:srgbClr val="00B050"/>
                </a:solidFill>
              </a:rPr>
              <a:t>Assistant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2777589049"/>
              </p:ext>
            </p:extLst>
          </p:nvPr>
        </p:nvGraphicFramePr>
        <p:xfrm>
          <a:off x="2026763" y="1680962"/>
          <a:ext cx="8133237" cy="1112520"/>
        </p:xfrm>
        <a:graphic>
          <a:graphicData uri="http://schemas.openxmlformats.org/drawingml/2006/table">
            <a:tbl>
              <a:tblPr firstRow="1" bandRow="1">
                <a:tableStyleId>{5940675A-B579-460E-94D1-54222C63F5DA}</a:tableStyleId>
              </a:tblPr>
              <a:tblGrid>
                <a:gridCol w="4069237">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KODEBOINA PRIYADARSHINI</a:t>
                      </a:r>
                    </a:p>
                  </a:txBody>
                  <a:tcPr/>
                </a:tc>
                <a:tc>
                  <a:txBody>
                    <a:bodyPr/>
                    <a:lstStyle/>
                    <a:p>
                      <a:r>
                        <a:rPr lang="en-US" dirty="0"/>
                        <a:t>Roll no:- 2520030067</a:t>
                      </a:r>
                    </a:p>
                  </a:txBody>
                  <a:tcPr/>
                </a:tc>
                <a:extLst>
                  <a:ext uri="{0D108BD9-81ED-4DB2-BD59-A6C34878D82A}">
                    <a16:rowId xmlns:a16="http://schemas.microsoft.com/office/drawing/2014/main" val="253518174"/>
                  </a:ext>
                </a:extLst>
              </a:tr>
              <a:tr h="370840">
                <a:tc>
                  <a:txBody>
                    <a:bodyPr/>
                    <a:lstStyle/>
                    <a:p>
                      <a:r>
                        <a:rPr lang="en-US" dirty="0"/>
                        <a:t>MEDIPALLY SREEYA</a:t>
                      </a:r>
                    </a:p>
                  </a:txBody>
                  <a:tcPr/>
                </a:tc>
                <a:tc>
                  <a:txBody>
                    <a:bodyPr/>
                    <a:lstStyle/>
                    <a:p>
                      <a:r>
                        <a:rPr lang="en-US" dirty="0"/>
                        <a:t>Roll no:- 2500032243</a:t>
                      </a:r>
                    </a:p>
                  </a:txBody>
                  <a:tcPr/>
                </a:tc>
                <a:extLst>
                  <a:ext uri="{0D108BD9-81ED-4DB2-BD59-A6C34878D82A}">
                    <a16:rowId xmlns:a16="http://schemas.microsoft.com/office/drawing/2014/main" val="2413438055"/>
                  </a:ext>
                </a:extLst>
              </a:tr>
              <a:tr h="370840">
                <a:tc>
                  <a:txBody>
                    <a:bodyPr/>
                    <a:lstStyle/>
                    <a:p>
                      <a:r>
                        <a:rPr lang="en-US" dirty="0"/>
                        <a:t>KANDEPU AASRITHA</a:t>
                      </a:r>
                    </a:p>
                  </a:txBody>
                  <a:tcPr/>
                </a:tc>
                <a:tc>
                  <a:txBody>
                    <a:bodyPr/>
                    <a:lstStyle/>
                    <a:p>
                      <a:r>
                        <a:rPr lang="en-US" dirty="0"/>
                        <a:t>Roll no:- 25200300178</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2213666078"/>
              </p:ext>
            </p:extLst>
          </p:nvPr>
        </p:nvGraphicFramePr>
        <p:xfrm>
          <a:off x="838199" y="1416193"/>
          <a:ext cx="10515600" cy="1537536"/>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352382">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KODEBOINA PRIYADARSHINI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TEAM MEMBER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3055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MEDIPALLY SREEYA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TEAM MEMBER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3875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KANDEPU AASRITHA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TEAM MEMBER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a:xfrm>
            <a:off x="405353" y="1825625"/>
            <a:ext cx="11340445" cy="4667250"/>
          </a:xfrm>
        </p:spPr>
        <p:txBody>
          <a:bodyPr/>
          <a:lstStyle/>
          <a:p>
            <a:pPr marL="0" indent="0">
              <a:buNone/>
            </a:pPr>
            <a:r>
              <a:rPr lang="en-US" dirty="0"/>
              <a:t>Players and athletes often struggle to organize matches, track sessions, and stay updated in real time. </a:t>
            </a:r>
          </a:p>
          <a:p>
            <a:pPr marL="0" indent="0">
              <a:buNone/>
            </a:pPr>
            <a:r>
              <a:rPr lang="en-US" dirty="0"/>
              <a:t>Connect athletes and sports participants through a single platform. Help users find suitable matches and sessions. Simplify scheduling and participation. Provide a convenient platform accessible across different devices. Improve coordination between players, coaches, and organizers.</a:t>
            </a:r>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a:xfrm>
            <a:off x="414779" y="1825624"/>
            <a:ext cx="11359299" cy="4530725"/>
          </a:xfrm>
        </p:spPr>
        <p:txBody>
          <a:bodyPr>
            <a:normAutofit/>
          </a:bodyPr>
          <a:lstStyle/>
          <a:p>
            <a:r>
              <a:rPr lang="en-US" dirty="0"/>
              <a:t>Sports and athletics play a vital role in promoting teamwork, discipline, and physical fitness. However, organizing matches and managing training sessions often becomes challenging due to scattered communication and lack of coordination among players, coaches, and organizers. Athletes struggle to find suitable participants, track schedules, and stay updated in real time. To address these issues, a Cross-Platform Match/Session App for Sports &amp; Athletics is proposed. </a:t>
            </a:r>
          </a:p>
          <a:p>
            <a:r>
              <a:rPr lang="en-US" dirty="0"/>
              <a:t>By integrating features such as secure authentication, real-time notifications, and efficient participant management, the app aims to enhance collaboration and streamline sports activities for better performance and convenience.</a:t>
            </a:r>
          </a:p>
          <a:p>
            <a:endParaRPr lang="en-US" dirty="0"/>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a:xfrm>
            <a:off x="405353" y="1825625"/>
            <a:ext cx="11368725" cy="4443200"/>
          </a:xfrm>
        </p:spPr>
        <p:txBody>
          <a:bodyPr/>
          <a:lstStyle/>
          <a:p>
            <a:pPr marL="0" indent="0">
              <a:buNone/>
            </a:pPr>
            <a:r>
              <a:rPr lang="en-US" dirty="0"/>
              <a:t>Currently, sports and athletic activities are managed through manual coordination or fragmented digital tools. Players, coaches, and organizers often rely on:</a:t>
            </a:r>
          </a:p>
          <a:p>
            <a:r>
              <a:rPr lang="en-US" dirty="0"/>
              <a:t>Phone calls, messages, or social media groups to arrange matches and sessions.</a:t>
            </a:r>
            <a:r>
              <a:rPr lang="en-US" b="1" dirty="0"/>
              <a:t> </a:t>
            </a:r>
          </a:p>
          <a:p>
            <a:r>
              <a:rPr lang="en-US" dirty="0"/>
              <a:t>Paper records or spreadsheets to track schedules and participant availability.</a:t>
            </a:r>
            <a:r>
              <a:rPr lang="en-US" b="1" dirty="0"/>
              <a:t> </a:t>
            </a:r>
          </a:p>
          <a:p>
            <a:r>
              <a:rPr lang="en-US" dirty="0"/>
              <a:t>Limited notification systems, leading to missed updates, cancellations, or confusion.</a:t>
            </a:r>
          </a:p>
          <a:p>
            <a:pPr marL="0" indent="0">
              <a:buNone/>
            </a:pPr>
            <a:endParaRPr lang="en-US" dirty="0"/>
          </a:p>
          <a:p>
            <a:endParaRPr lang="en-US" dirty="0"/>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a:xfrm>
            <a:off x="339365" y="1825625"/>
            <a:ext cx="11576115" cy="4667250"/>
          </a:xfrm>
        </p:spPr>
        <p:txBody>
          <a:bodyPr/>
          <a:lstStyle/>
          <a:p>
            <a:r>
              <a:rPr lang="en-US" dirty="0"/>
              <a:t>Sports activities require proper coordination between players, coaches, and organizers, but current methods are scattered and inefficient. Athletes face difficulty in finding suitable participants, managing schedules, and tracking availability. Manual coordination often leads to missed updates, cancellations, and poor communication. Existing solutions lack a centralized platform that integrates matchmaking, session management, and notifications. This results in limited performance insights and challenges in overall activity management. A unified cross-platform app is needed to streamline coordination and improve efficiency. </a:t>
            </a:r>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a:xfrm>
            <a:off x="367645" y="1621410"/>
            <a:ext cx="11434714" cy="4871465"/>
          </a:xfrm>
        </p:spPr>
        <p:txBody>
          <a:bodyPr>
            <a:normAutofit/>
          </a:bodyPr>
          <a:lstStyle/>
          <a:p>
            <a:pPr marL="0" indent="0">
              <a:buNone/>
            </a:pPr>
            <a:r>
              <a:rPr lang="en-US" dirty="0"/>
              <a:t>This app provides a centralized digital platform that integrates matchmaking, session management, and real‑time notifications, ensuring smooth coordination among players, coaches, and organizers </a:t>
            </a:r>
          </a:p>
          <a:p>
            <a:r>
              <a:rPr lang="en-US" b="1" dirty="0"/>
              <a:t>Cross‑Platform Accessibility: </a:t>
            </a:r>
            <a:r>
              <a:rPr lang="en-US" dirty="0"/>
              <a:t>Built using Flutter, the app runs seamlessly on Android, iOS, and web, ensuring all users can access it from any device.</a:t>
            </a:r>
            <a:r>
              <a:rPr lang="en-US" b="1" dirty="0"/>
              <a:t> </a:t>
            </a:r>
          </a:p>
          <a:p>
            <a:r>
              <a:rPr lang="en-US" b="1" dirty="0"/>
              <a:t>Real‑Time Notifications</a:t>
            </a:r>
            <a:r>
              <a:rPr lang="en-US" dirty="0"/>
              <a:t>: Firebase Cloud Messaging keeps participants informed about confirmations, cancellations, and reminders.</a:t>
            </a:r>
            <a:r>
              <a:rPr lang="en-US" b="1" dirty="0"/>
              <a:t> </a:t>
            </a:r>
          </a:p>
          <a:p>
            <a:r>
              <a:rPr lang="en-US" b="1" dirty="0"/>
              <a:t>Secure Authentication</a:t>
            </a:r>
            <a:r>
              <a:rPr lang="en-US" dirty="0"/>
              <a:t>: Node.js APIs with MySQL ensure safe login and data storage.</a:t>
            </a:r>
            <a:r>
              <a:rPr lang="en-US" b="1" dirty="0"/>
              <a:t> </a:t>
            </a:r>
          </a:p>
          <a:p>
            <a:r>
              <a:rPr lang="en-US" b="1" dirty="0"/>
              <a:t>Improved Coordination</a:t>
            </a:r>
            <a:r>
              <a:rPr lang="en-US" dirty="0"/>
              <a:t>: Coaches and organizers can manage participants, monitor attendance, and reduce communication gaps.</a:t>
            </a:r>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a:xfrm>
            <a:off x="348791" y="1825624"/>
            <a:ext cx="11500701" cy="4530725"/>
          </a:xfrm>
        </p:spPr>
        <p:txBody>
          <a:bodyPr/>
          <a:lstStyle/>
          <a:p>
            <a:r>
              <a:rPr lang="en-US" dirty="0"/>
              <a:t>To create one platform for all sports activities. </a:t>
            </a:r>
          </a:p>
          <a:p>
            <a:r>
              <a:rPr lang="en-US" dirty="0"/>
              <a:t>To help athletes find suitable matches and sessions easily. </a:t>
            </a:r>
          </a:p>
          <a:p>
            <a:r>
              <a:rPr lang="en-US" dirty="0"/>
              <a:t>To make scheduling and participation simple. </a:t>
            </a:r>
          </a:p>
          <a:p>
            <a:r>
              <a:rPr lang="en-US" dirty="0"/>
              <a:t>To send real‑time updates and notifications.</a:t>
            </a:r>
          </a:p>
          <a:p>
            <a:r>
              <a:rPr lang="en-US" dirty="0"/>
              <a:t>To improve coordination between players, coaches, and organizers.</a:t>
            </a:r>
          </a:p>
          <a:p>
            <a:r>
              <a:rPr lang="en-US" dirty="0"/>
              <a:t>To provide secure login and data management.</a:t>
            </a:r>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a:xfrm>
            <a:off x="329938" y="1825625"/>
            <a:ext cx="11528982" cy="4667250"/>
          </a:xfrm>
        </p:spPr>
        <p:txBody>
          <a:bodyPr>
            <a:normAutofit/>
          </a:bodyPr>
          <a:lstStyle/>
          <a:p>
            <a:r>
              <a:rPr lang="en-US" b="1" dirty="0"/>
              <a:t>User Authentication Module:- </a:t>
            </a:r>
            <a:r>
              <a:rPr lang="en-US" dirty="0"/>
              <a:t>Secure login and registration for players, coaches, and organizers.</a:t>
            </a:r>
          </a:p>
          <a:p>
            <a:r>
              <a:rPr lang="en-US" b="1" dirty="0"/>
              <a:t>Matchmaking Module:-  </a:t>
            </a:r>
            <a:r>
              <a:rPr lang="en-US" dirty="0"/>
              <a:t>Helps athletes find suitable opponents or teammates.</a:t>
            </a:r>
            <a:r>
              <a:rPr lang="en-US" b="1" dirty="0"/>
              <a:t> </a:t>
            </a:r>
          </a:p>
          <a:p>
            <a:r>
              <a:rPr lang="en-US" b="1" dirty="0"/>
              <a:t>Session Management Module:- </a:t>
            </a:r>
            <a:r>
              <a:rPr lang="en-US" dirty="0"/>
              <a:t>Create, schedule, and manage practice sessions or matches.</a:t>
            </a:r>
          </a:p>
          <a:p>
            <a:r>
              <a:rPr lang="en-US" b="1" dirty="0"/>
              <a:t>Scheduling &amp; Availability Module:- </a:t>
            </a:r>
            <a:r>
              <a:rPr lang="en-US" dirty="0"/>
              <a:t>Calendar integration for easy scheduling.</a:t>
            </a:r>
          </a:p>
          <a:p>
            <a:r>
              <a:rPr lang="en-US" b="1" dirty="0"/>
              <a:t>Database &amp; API Module:- </a:t>
            </a:r>
            <a:r>
              <a:rPr lang="en-US" dirty="0"/>
              <a:t>Backend with Node.js and </a:t>
            </a:r>
            <a:r>
              <a:rPr lang="en-US" dirty="0" err="1"/>
              <a:t>MySQL.Handles</a:t>
            </a:r>
            <a:r>
              <a:rPr lang="en-US" dirty="0"/>
              <a:t> data storage, queries, and secure communication.</a:t>
            </a:r>
          </a:p>
          <a:p>
            <a:endParaRPr lang="en-US" dirty="0"/>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a:xfrm>
            <a:off x="395926" y="1825625"/>
            <a:ext cx="11378152" cy="4351338"/>
          </a:xfrm>
        </p:spPr>
        <p:txBody>
          <a:bodyPr/>
          <a:lstStyle/>
          <a:p>
            <a:r>
              <a:rPr lang="en-IN" b="1" dirty="0"/>
              <a:t>Flutter</a:t>
            </a:r>
            <a:r>
              <a:rPr lang="en-US" b="1" dirty="0"/>
              <a:t> </a:t>
            </a:r>
            <a:r>
              <a:rPr lang="en-IN" b="1" dirty="0"/>
              <a:t>(Dart)</a:t>
            </a:r>
            <a:r>
              <a:rPr lang="en-IN" dirty="0"/>
              <a:t> → for cross‑platform mobile app development.</a:t>
            </a:r>
            <a:r>
              <a:rPr lang="en-US" b="1" dirty="0"/>
              <a:t> </a:t>
            </a:r>
          </a:p>
          <a:p>
            <a:r>
              <a:rPr lang="en-US" b="1" dirty="0"/>
              <a:t>Node.js API</a:t>
            </a:r>
            <a:r>
              <a:rPr lang="en-US" dirty="0"/>
              <a:t> → for</a:t>
            </a:r>
            <a:r>
              <a:rPr lang="en-IN" b="1" dirty="0"/>
              <a:t> </a:t>
            </a:r>
            <a:r>
              <a:rPr lang="en-US" dirty="0"/>
              <a:t>backend services.</a:t>
            </a:r>
            <a:r>
              <a:rPr lang="en-IN" b="1" dirty="0"/>
              <a:t> </a:t>
            </a:r>
          </a:p>
          <a:p>
            <a:r>
              <a:rPr lang="en-IN" b="1" dirty="0"/>
              <a:t>MySQL</a:t>
            </a:r>
            <a:r>
              <a:rPr lang="en-IN" dirty="0"/>
              <a:t> → for database management</a:t>
            </a:r>
          </a:p>
          <a:p>
            <a:r>
              <a:rPr lang="en-US" b="1" dirty="0"/>
              <a:t>Firebase Cloud Messaging (FCM)</a:t>
            </a:r>
            <a:r>
              <a:rPr lang="en-US" dirty="0"/>
              <a:t> → for real‑time notifications.</a:t>
            </a:r>
          </a:p>
          <a:p>
            <a:r>
              <a:rPr lang="en-US" b="1" dirty="0"/>
              <a:t>Database Tools:</a:t>
            </a:r>
            <a:r>
              <a:rPr lang="en-US" dirty="0"/>
              <a:t> MySQL Workbench .</a:t>
            </a:r>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9525F-4165-41F5-8B0E-0C75032BEB87}"/>
              </a:ext>
            </a:extLst>
          </p:cNvPr>
          <p:cNvSpPr>
            <a:spLocks noGrp="1"/>
          </p:cNvSpPr>
          <p:nvPr>
            <p:ph type="title"/>
          </p:nvPr>
        </p:nvSpPr>
        <p:spPr>
          <a:xfrm>
            <a:off x="2422690" y="365125"/>
            <a:ext cx="6678106" cy="709531"/>
          </a:xfrm>
        </p:spPr>
        <p:txBody>
          <a:bodyPr>
            <a:noAutofit/>
          </a:bodyPr>
          <a:lstStyle/>
          <a:p>
            <a:pPr algn="ctr"/>
            <a:r>
              <a:rPr lang="en-US" sz="3600" b="1" dirty="0">
                <a:solidFill>
                  <a:srgbClr val="0070C0"/>
                </a:solidFill>
              </a:rPr>
              <a:t>CONCLUSION AND FUTURE SCOPE</a:t>
            </a:r>
            <a:endParaRPr lang="en-IN" sz="3600" dirty="0"/>
          </a:p>
        </p:txBody>
      </p:sp>
      <p:sp>
        <p:nvSpPr>
          <p:cNvPr id="3" name="Content Placeholder 2">
            <a:extLst>
              <a:ext uri="{FF2B5EF4-FFF2-40B4-BE49-F238E27FC236}">
                <a16:creationId xmlns:a16="http://schemas.microsoft.com/office/drawing/2014/main" id="{301F493B-84DE-4333-B6E7-A27D4C958C9D}"/>
              </a:ext>
            </a:extLst>
          </p:cNvPr>
          <p:cNvSpPr>
            <a:spLocks noGrp="1"/>
          </p:cNvSpPr>
          <p:nvPr>
            <p:ph idx="1"/>
          </p:nvPr>
        </p:nvSpPr>
        <p:spPr>
          <a:xfrm>
            <a:off x="405353" y="1725105"/>
            <a:ext cx="11208470" cy="4767770"/>
          </a:xfrm>
        </p:spPr>
        <p:txBody>
          <a:bodyPr/>
          <a:lstStyle/>
          <a:p>
            <a:pPr marL="0" indent="0">
              <a:buNone/>
            </a:pPr>
            <a:r>
              <a:rPr lang="en-US" dirty="0"/>
              <a:t>Conclusion:-</a:t>
            </a:r>
          </a:p>
          <a:p>
            <a:pPr marL="0" indent="0">
              <a:buNone/>
            </a:pPr>
            <a:r>
              <a:rPr lang="en-US" sz="2400" dirty="0"/>
              <a:t>The app makes sports activities easy and organized. It brings players, coaches, and organizers together on one platform. With features like matchmaking, scheduling, and notifications, it reduces confusion and improves teamwork.</a:t>
            </a:r>
          </a:p>
          <a:p>
            <a:pPr marL="0" indent="0">
              <a:buNone/>
            </a:pPr>
            <a:r>
              <a:rPr lang="en-IN" dirty="0"/>
              <a:t>Future Scope:-</a:t>
            </a:r>
          </a:p>
          <a:p>
            <a:r>
              <a:rPr lang="en-US" sz="2400" dirty="0"/>
              <a:t>Add AI suggestions for matches. </a:t>
            </a:r>
          </a:p>
          <a:p>
            <a:r>
              <a:rPr lang="en-US" sz="2400" dirty="0"/>
              <a:t>Connect with fitness devices for health tracking. </a:t>
            </a:r>
          </a:p>
          <a:p>
            <a:r>
              <a:rPr lang="en-US" sz="2400" dirty="0"/>
              <a:t>Store training videos and match highlights. </a:t>
            </a:r>
          </a:p>
          <a:p>
            <a:r>
              <a:rPr lang="en-US" sz="2400" dirty="0"/>
              <a:t>Expand to tournaments and big events.</a:t>
            </a:r>
          </a:p>
        </p:txBody>
      </p:sp>
      <p:sp>
        <p:nvSpPr>
          <p:cNvPr id="4" name="Date Placeholder 3">
            <a:extLst>
              <a:ext uri="{FF2B5EF4-FFF2-40B4-BE49-F238E27FC236}">
                <a16:creationId xmlns:a16="http://schemas.microsoft.com/office/drawing/2014/main" id="{0E12B080-4CCD-4AFE-913D-83BB23028E0B}"/>
              </a:ext>
            </a:extLst>
          </p:cNvPr>
          <p:cNvSpPr>
            <a:spLocks noGrp="1"/>
          </p:cNvSpPr>
          <p:nvPr>
            <p:ph type="dt" sz="half" idx="10"/>
          </p:nvPr>
        </p:nvSpPr>
        <p:spPr/>
        <p:txBody>
          <a:bodyPr/>
          <a:lstStyle/>
          <a:p>
            <a:fld id="{3C447009-55DF-4EA5-900B-29AFB7C8438A}" type="datetime1">
              <a:rPr lang="en-IN" smtClean="0"/>
              <a:t>16-08-2026</a:t>
            </a:fld>
            <a:endParaRPr lang="en-US"/>
          </a:p>
        </p:txBody>
      </p:sp>
      <p:sp>
        <p:nvSpPr>
          <p:cNvPr id="5" name="Footer Placeholder 4">
            <a:extLst>
              <a:ext uri="{FF2B5EF4-FFF2-40B4-BE49-F238E27FC236}">
                <a16:creationId xmlns:a16="http://schemas.microsoft.com/office/drawing/2014/main" id="{E2CDFD8F-1C6F-49A1-8BF8-FA25FAF5B07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0EE50FE-73EC-4215-A925-AE66E9AAB8DB}"/>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426071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8264</TotalTime>
  <Words>820</Words>
  <Application>Microsoft Office PowerPoint</Application>
  <PresentationFormat>Widescreen</PresentationFormat>
  <Paragraphs>109</Paragraphs>
  <Slides>12</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Calibri</vt:lpstr>
      <vt:lpstr>Calibri Light</vt:lpstr>
      <vt:lpstr>Office Theme</vt:lpstr>
      <vt:lpstr>Custom Design</vt:lpstr>
      <vt:lpstr> 1st  REVIEW  Cross-Platform Match/Session App for Sports &amp; Athletics </vt:lpstr>
      <vt:lpstr>GROUP NUMBER:1</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Priyadarshini</cp:lastModifiedBy>
  <cp:revision>98</cp:revision>
  <dcterms:created xsi:type="dcterms:W3CDTF">2022-05-20T10:20:31Z</dcterms:created>
  <dcterms:modified xsi:type="dcterms:W3CDTF">2026-08-16T15:24:45Z</dcterms:modified>
</cp:coreProperties>
</file>