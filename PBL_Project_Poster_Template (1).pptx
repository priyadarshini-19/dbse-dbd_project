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301" y="-3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636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74396" y="3302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Logo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751076" y="73660"/>
            <a:ext cx="8925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MATCH/SESSION  APP FOR SPORTS &amp; ATHLETICS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05 |  Section: 09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[Priya Dharshini – 2520030067], [Sreeya – 2500032243], [Aashrita – 2520030178]    Guide: Prasanthi</a:t>
            </a:r>
            <a:endParaRPr lang="en-US" sz="3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| KLH Bachupally Campus, CSE|PBL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252" y="2085340"/>
            <a:ext cx="4844034" cy="175514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468880"/>
            <a:ext cx="45697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200" dirty="0"/>
              <a:t>A cross‑platform web application built with React (frontend), Node.js + Express (backend), and MySQL (database). The system enables secure login, session management, and real‑time participant tracking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200" dirty="0"/>
              <a:t>Outcome: Streamlined scheduling and participation tracking for sports activities.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412" y="441706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IN" sz="1200" dirty="0"/>
              <a:t>Existing systems lack an integrated platform for sports session scheduling, Management and participant tracking.</a:t>
            </a:r>
            <a:endParaRPr lang="en-US" sz="12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IN" sz="1200" dirty="0"/>
              <a:t>Provide secure login and registration flow.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IN" sz="1200" dirty="0"/>
              <a:t>Enable session creation and joining.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IN" sz="1200" dirty="0"/>
              <a:t>Display participant counts and notifications in real time.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</a:t>
            </a:r>
            <a:r>
              <a:rPr lang="en-IN" sz="1200" dirty="0"/>
              <a:t>Students, coaches, and organizers; modules include Login, Registration, Dashboard, Profile, Notifications, Sessions</a:t>
            </a:r>
            <a:r>
              <a:rPr lang="en-IN" sz="1600" dirty="0"/>
              <a:t>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365760" y="6250940"/>
            <a:ext cx="4844034" cy="312674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2407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78624"/>
              </p:ext>
            </p:extLst>
          </p:nvPr>
        </p:nvGraphicFramePr>
        <p:xfrm>
          <a:off x="502920" y="6574475"/>
          <a:ext cx="4617720" cy="27051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00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1" dirty="0"/>
                        <a:t>User Auth &amp; Roles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Manual login; no roles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Secure login with roles (player, coach, organizer, admin)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8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1" dirty="0"/>
                        <a:t>Session Management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Manual tracking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Web dashboard for scheduling &amp; updates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8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1" dirty="0"/>
                        <a:t>Notifications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dirty="0"/>
                        <a:t> </a:t>
                      </a:r>
                      <a:r>
                        <a:rPr lang="en-IN" sz="1200" dirty="0"/>
                        <a:t>No alerts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Real‑time reminders &amp; updates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8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1" dirty="0"/>
                        <a:t>Performance Tracking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No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Coaches log scores &amp; remarks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0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1" dirty="0"/>
                        <a:t>Limitation</a:t>
                      </a:r>
                      <a:endParaRPr lang="en-US" sz="12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dirty="0"/>
                        <a:t>Isolated, no live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000" dirty="0"/>
                        <a:t>Cross‑platform system for sports session management &amp;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</a:t>
            </a:r>
            <a:r>
              <a:rPr lang="en-IN" sz="1400" dirty="0"/>
              <a:t>Skills in React, Node.js, MySQL; tools available (VS Code, GitHub).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</a:t>
            </a:r>
            <a:r>
              <a:rPr lang="en-IN" sz="1400" dirty="0"/>
              <a:t>Open‑source stack, free hosting tiers.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r>
              <a:rPr lang="en-IN" sz="1400" dirty="0"/>
              <a:t>Easy UI, professional design, low maintenance.</a:t>
            </a:r>
          </a:p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</a:t>
            </a:r>
            <a:r>
              <a:rPr lang="en-IN" sz="1400" dirty="0"/>
              <a:t>Completed within semester timeline.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React</a:t>
            </a:r>
            <a:r>
              <a:rPr lang="en-IN" sz="1600" dirty="0"/>
              <a:t>(cross‑platform web UI)</a:t>
            </a:r>
            <a:endParaRPr lang="en-US" sz="15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</a:t>
            </a:r>
            <a:r>
              <a:rPr lang="en-IN" sz="1600" dirty="0"/>
              <a:t>Node.js + Fast API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</a:t>
            </a:r>
            <a:r>
              <a:rPr lang="en-IN" sz="1600" dirty="0"/>
              <a:t>(portable server runtime)</a:t>
            </a:r>
            <a:endParaRPr lang="en-US" sz="15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[Git &amp; GitHub, Postman, VS Code, Draw.io]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4114" y="7315200"/>
            <a:ext cx="4844034" cy="269748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0766" y="73609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ER diagram with entities, keys and relationships]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1]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2]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300" dirty="0"/>
              <a:t>Verified CRUD operations for all modules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300" dirty="0"/>
              <a:t>Successful login, session join, and notifications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300" dirty="0"/>
              <a:t>Performance stable across devices</a:t>
            </a:r>
          </a:p>
          <a:p>
            <a:pPr>
              <a:spcAft>
                <a:spcPts val="400"/>
              </a:spcAft>
              <a:buSzPct val="100000"/>
            </a:pP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400" dirty="0"/>
              <a:t>Built a working cross‑platform sports session manager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400" dirty="0"/>
              <a:t>Achieved secure login, scheduling, and real‑time tracking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Tx/>
              <a:buChar char="•"/>
            </a:pPr>
            <a:r>
              <a:rPr lang="en-IN" sz="1500" dirty="0"/>
              <a:t>Add mobile app integration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IN" sz="1600" dirty="0"/>
              <a:t>Enable push notifications and analytics dashboard</a:t>
            </a:r>
            <a:endParaRPr lang="en-US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374396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IN" sz="1100" dirty="0"/>
              <a:t>React Docs , Node.js Docs</a:t>
            </a: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            GitHub Link: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https://github.com/priyadarshini-19/DBSE-DBD_Project.git</a:t>
            </a:r>
            <a:endParaRPr lang="en-US" sz="11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F3555983-2CE8-982B-4906-D3CF0A17C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766" y="7635240"/>
            <a:ext cx="4569714" cy="2286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6A884AA-99E0-7B78-74FD-C84E546D5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463" y="10515600"/>
            <a:ext cx="2257160" cy="178308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3A8FB01F-4CF9-F36C-9E8D-079E45DCF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412" y="548640"/>
            <a:ext cx="1021588" cy="89408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81E55209-2660-00F0-2D7D-3870C48CD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1529" y="10515599"/>
            <a:ext cx="2238951" cy="1783081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82037CB1-98AF-337F-1810-B8BFCF6A4D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8464" y="4983479"/>
            <a:ext cx="4542016" cy="214884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467</Words>
  <Application>Microsoft Office PowerPoint</Application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medipally sreeya</cp:lastModifiedBy>
  <cp:revision>2</cp:revision>
  <dcterms:created xsi:type="dcterms:W3CDTF">2026-09-28T08:11:17Z</dcterms:created>
  <dcterms:modified xsi:type="dcterms:W3CDTF">2026-10-02T15:07:18Z</dcterms:modified>
</cp:coreProperties>
</file>